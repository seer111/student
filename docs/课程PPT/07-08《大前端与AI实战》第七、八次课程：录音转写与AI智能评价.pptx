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8FAADC"/>
                </a:solidFill>
                <a:latin typeface="微软雅黑"/>
                <a:ea typeface="微软雅黑"/>
              </a:rPr>
              <a:t>《大前端与AI实战》系列课程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第七、八次课程：录音转写与AI智能评价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ED9B33"/>
                </a:solidFill>
                <a:latin typeface="微软雅黑"/>
                <a:ea typeface="微软雅黑"/>
              </a:rPr>
              <a:t>从“说”出理解到“评”出成长——费曼学习法的AI核心闭环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17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8FAADC"/>
                </a:solidFill>
                <a:latin typeface="微软雅黑"/>
                <a:ea typeface="微软雅黑"/>
              </a:rPr>
              <a:t>费曼学习平台 · 第七次课程 4 学时 · 附进阶 7.5 · 第八次课程 4 学时（完整版）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本次课程概览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07 · 录音与语音转文字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第一部分：前端实现网页录音（约75分钟）——getUserMedia + MediaRecorder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第二部分：后端接收音频文件（约45分钟）——multer 文件上传中间件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第三部分：集成百度AI语音识别（约75分钟）——baidu-aip-sdk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第四部分：联调测试与总结（15分钟）——完整流程走通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▪ 进阶模块 7.5：AI能力自主化（4学时 · 选修挑战）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– 自部署 Whisper 开源模型，替代云API，掌握“买服务 vs 自己造”的权衡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▪ 课程定位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– 平台从“内容管理系统”迈向“智能学习平台”的关键一步：让机器“听懂”用户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本次课程目标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07 · 录音与语音转文字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理解浏览器 MediaStream 和 MediaRecorder API 的工作原理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在React组件中实现网页录音：开始、暂停、停止，并能本地回放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将录音Blob转换为File对象，通过 FormData 上传到后端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在Node.js后端配置 multer 中间件接收和处理上传的音频文件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注册百度智能云，获取API Key和Secret Key，了解控制台基本操作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在后端调用百度语音识别API，将音频文件转换为文字并返回前端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将转录后的文字显示在前端，完成“说→存→转→显”的核心流程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进阶目标（7.5）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理解云API与自部署模型在工程实践中的权衡（Trade-offs）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用 Flask 封装 Whisper 模型为本地API服务，并改造Node.js后端调用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核心关键词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07 · 录音与语音转文字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MediaStream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MediaRecorder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Blob（二进制大对象）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0896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FormData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10896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3375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multer 中间件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10896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3375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百度智能云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466344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48920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语音识别 ASR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66344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8920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Whisper（进阶）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前端实现网页录音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8FAADC"/>
                </a:solidFill>
                <a:latin typeface="微软雅黑"/>
                <a:ea typeface="微软雅黑"/>
              </a:rPr>
              <a:t>MediaStream · MediaRecorder · react-media-recorder · 约75分钟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Web 录音 API 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07 · 录音与语音转文字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navigator.mediaDevices.getUserMedia()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向用户请求使用麦克风/摄像头权限，返回 MediaStream 对象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MediaStream 就像一条包含实时音视频数据流的“管道”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必须在 HTTPS 或 localhost 环境下使用，且必须得到用户明确授权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MediaRecorder —— 录音机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把 MediaStream “管道”接在它上面，就能把流经的数据录制下来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录制的数据最终打包成一个文件（Blob 对象）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MediaRecorder 核心事件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onstart：开始录制时触发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ondataavailable：一小块数据准备好时触发，需要收集这些数据块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onstop：停止录制时触发，把所有数据块整合成完整音频文件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创建录音组件 FeynmanRecordPage.jsx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07 · 录音与语音转文字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536752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26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D9B33"/>
                </a:solidFill>
                <a:latin typeface="微软雅黑"/>
                <a:ea typeface="微软雅黑"/>
              </a:rPr>
              <a:t>src/pages/FeynmanRecordPage.jsx · 要点：Blob→File→FormData 三步转换；onStop 自动上传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12680" cy="4864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import { useReactMediaRecorder } from 'react-media-recorder';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import { useParams } from 'react-router-dom';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import apiClient from '../api/axios';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function FeynmanRecordPage()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const { id } = useParams(); // 知识点ID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const [transcribedText, setTranscribedText] = useState('');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const [isUploading, setIsUploading] = useState(false);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const uploadAudio = async (blobUrl) =&gt;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setIsUploading(true);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const audioBlob = await fetch(blobUrl).then(r =&gt; r.blob());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const audioFile = new File([audioBlob], `feynman-record-${id}.wav`,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                    { type: 'audio/wav'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const formData = new FormData();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formData.append('audio', audioFile);   // 字段名与后端multer一致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formData.append('knowledgePointId', id);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const response = await apiClient.post('/audio/transcribe', formData,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{ headers: { 'Content-Type': 'multipart/form-data' }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setTranscribedText(response.data.result);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};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// 停止录音时自动上传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const { startRecording, stopRecording, mediaBlobUrl } =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useReactMediaRecorder({ audio: true, onStop: (url) =&gt; uploadAudio(url)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return ( &lt;div&gt;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&lt;button onClick={startRecording}&gt;开始录音&lt;/button&gt;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&lt;button onClick={stopRecording}&gt;停止录音&lt;/button&gt;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{mediaBlobUrl &amp;&amp; &lt;audio src={mediaBlobUrl} controls /&gt;}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&lt;h2&gt;AI 转录结果:&lt;/h2&gt;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{isUploading &amp;&amp; &lt;p&gt;正在上传并转录...&lt;/p&gt;}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&lt;div style={{border:'1px solid #ccc', padding:'1rem', minHeight:'100px'}}&gt;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{transcribedText}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&lt;/div&gt;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&lt;/div&gt; );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添加路由和入口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07 · 录音与语音转文字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App.jsx 添加路由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&lt;Route path="/feynman/:id" element={&lt;FeynmanRecordPage /&gt;} /&gt;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DashboardPage.jsx 添加入口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知识点列表项中增加“开始复述”链接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&lt;Link to={`/feynman/${kp._id}`}&gt;开始复述&lt;/Link&gt;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依赖安装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npm install react-media-recorder —— 成熟的Hook库，简化录音状态管理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教师说明：可以自己从零写 MediaRecorder 逻辑，课后可研究库源码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后端接收音频文件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8FAADC"/>
                </a:solidFill>
                <a:latin typeface="微软雅黑"/>
                <a:ea typeface="微软雅黑"/>
              </a:rPr>
              <a:t>multer · memoryStorage · multipart/form-data · 约45分钟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multer 文件上传中间件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07 · 录音与语音转文字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为什么需要 multer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Express 默认不处理 multipart/form-data 格式的请求体（文件上传专用格式）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multer 专门解析上传的文件，把文件信息放到 req.file / req.files 对象上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安装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npm install multer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本课采用内存存储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upload = multer({ storage: multer.memoryStorage() })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音频只是临时中转给百度AI，不需要存到服务器硬盘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文件二进制数据可通过 req.file.buffer 直接访问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字段名约定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upload.single('audio') 中的 'audio' 必须与前端 FormData.append 的字段名一致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创建上传路由 routes/audio.js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07 · 录音与语音转文字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3803904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26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D9B33"/>
                </a:solidFill>
                <a:latin typeface="微软雅黑"/>
                <a:ea typeface="微软雅黑"/>
              </a:rPr>
              <a:t>backend/routes/audio.js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12680" cy="33009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express = require('express');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router = express.Router();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multer = require('multer');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auth = require('../middleware/auth');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{ transcribeAudio } = require('../controllers/baiduAiController');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// 使用内存存储：临时中转给百度AI，不落盘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upload = multer({ storage: multer.memoryStorage()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// @route POST /api/audio/transcribe  @access Private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router.post('/transcribe',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auth,                    // JWT 鉴权中间件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upload.single('audio'),  // 与前端 FormData 字段名一致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transcribeAudio          // 主要逻辑放在 Controller 中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module.exports = router;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// backend/index.js 中挂载路由：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// app.use('/api/audio', require('./routes/audio'));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85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分层思想：路由层只做“接单”，具体业务逻辑（调用百度AI）放在 Controller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集成百度AI语音识别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8FAADC"/>
                </a:solidFill>
                <a:latin typeface="微软雅黑"/>
                <a:ea typeface="微软雅黑"/>
              </a:rPr>
              <a:t>百度智能云 · baidu-aip-sdk · ASR · 约75分钟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注册百度智能云并创建应用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07 · 录音与语音转文字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操作步骤（带领学生逐步完成）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访问百度智能云官网，注册/登录账号，完成实名认证（学生认证即可）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进入控制台，找到“人工智能” → “语音技术”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点击“创建应用”，填写应用名称（如“费曼学习平台”），选择“语音识别”服务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记下 AppID、API Key 和 Secret Key —— 这是非常重要的凭证！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凭证存入后端 .env 文件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BAIDU_APP_ID / BAIDU_API_KEY / BAIDU_SECRET_KEY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再次强调：.env 文件不能提交到 Git！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安装官方 SDK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npm install baidu-aip-sdk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创建百度AI控制器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07 · 录音与语音转文字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449884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26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D9B33"/>
                </a:solidFill>
                <a:latin typeface="微软雅黑"/>
                <a:ea typeface="微软雅黑"/>
              </a:rPr>
              <a:t>backend/controllers/baiduAiController.js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12680" cy="3995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AipSpeechClient = require('baidu-aip-sdk').speech;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// 凭证从环境变量获取（绝不硬编码进代码）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client = new AipSpeechClient(process.env.BAIDU_APP_ID,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process.env.BAIDU_API_KEY, process.env.BAIDU_SECRET_KEY);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exports.transcribeAudio = async (req, res) =&gt;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if (!req.file)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return res.status(400).json({ msg: 'No audio file uploaded.'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const audioBuffer = req.file.buffer; // 音频二进制数据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try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// 短语音识别：'wav' 16000采样率, dev_pid 1537 = 普通话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const result = await client.recognize(audioBuffer, 'wav', 16000,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    { dev_pid: 1537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if (result.err_no === 0)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    res.json({ result: result.result[0] });   // 识别成功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} else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    res.status(500).json({ msg: 'Baidu ASR service error', error: result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} catch (error)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console.error('Error calling Baidu ASR API:', error);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res.status(500).send('Server error during transcription.');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017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调用链：前端FormData → multer(内存) → baidu-aip-sdk → 百度云ASR → 文字返回前端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联调测试与总结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8FAADC"/>
                </a:solidFill>
                <a:latin typeface="微软雅黑"/>
                <a:ea typeface="微软雅黑"/>
              </a:rPr>
              <a:t>完整流程验证 · 课堂总结 · 作业 · 15分钟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完整流程测试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07 · 录音与语音转文字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启动后端服务，确保所有新代码和配置已加载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启动前端服务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登录账号，进入 Dashboard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点击任意知识点的“开始复述”按钮，进入录音页面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• 浏览器弹出请求麦克风权限提示，点击“允许”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点击“开始录音”，对着麦克风复述该知识点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点击“停止录音”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• 观察前端：显示“正在上传并转录...” → 显示转录文字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观察后端控制台：打印百度AI返回的原始结果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课堂总结与作业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07 · 录音与语音转文字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总结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今天实现了费曼学习平台中最具互动性和技术挑战性的功能之一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前端捕获声音 → 后台上传 → 第三方AI服务语音转文字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– 第一次真正将 AI 能力融入产品流程，让机器“听懂”用户的语言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课后作业：必须完成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确保整个“录音→上传→转录→显示”流程能够顺畅运行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功能扩展（选做）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“保存复述”按钮：新建 FeynmanAttempt 模型，将转录文字存入数据库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优化UI：录音时显示动态计时器或音量波形图（有挑战性）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预告下次课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– 把转录文字连同原始知识点发给大模型，让AI进行文本润色、评价和打分，完成费曼学习法核心闭环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进阶：AI能力自主化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8FAADC"/>
                </a:solidFill>
                <a:latin typeface="微软雅黑"/>
                <a:ea typeface="微软雅黑"/>
              </a:rPr>
              <a:t>第7.5次课程 · 自部署 Whisper 模型替代云API · 4学时（选修挑战）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技术选型对比：云API vs 自部署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7.5 · AI能力自主化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两种方案的定位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百度云API：最快打通“语音→文字”流程，让学生获得成就感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自部署Whisper：进阶挑战，掌握核心技术，理解工程权衡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决策维度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成本 · 隐私 · 控制权 · 维护成本 · 硬件要求 · 课时消耗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百度API vs 自部署Whisper 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7.5 · AI能力自主化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17320"/>
          <a:ext cx="1051560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206240"/>
                <a:gridCol w="457200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百度语音识别 API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自部署 Whisper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成本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有免费额度，超出付费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免费开源，无调用费用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部署难度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注册+SDK调用，1~2小时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Python环境+重依赖+模型下载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硬件要求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零要求，云端计算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推荐GPU，CPU较慢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数据隐私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音频上传第三方服务器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数据不出内网，不外泄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定制化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低，无法微调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高，可选模型尺寸、可微调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可离线运行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否，必须联网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是，内网/无网环境可用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适合场景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教学、MVP快速验证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隐私敏感、离线、长期自研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构建 Whisper API 服务（Flask）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7.5 · AI能力自主化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475488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26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D9B33"/>
                </a:solidFill>
                <a:latin typeface="微软雅黑"/>
                <a:ea typeface="微软雅黑"/>
              </a:rPr>
              <a:t>feynman-platform-whisper-api/app.py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12680" cy="4251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from flask import Flask, request, jsonify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import whisper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import os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app = Flask(__name__)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# 加载模型（较慢，仅在启动时执行一次）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print('正在加载Whisper模型...')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model = whisper.load_model('base')  # 小模型：节省时间与磁盘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print('模型加载完毕！')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@app.route('/transcribe', methods=['POST'])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def transcribe_audio():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if 'audio' not in request.files: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return jsonify({'error': 'No audio file provided'}), 400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audio_file = request.files['audio']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temp_path = 'temp_audio.wav'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audio_file.save(temp_path)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try: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result = model.transcribe(temp_path)   # Whisper 转录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os.remove(temp_path)                   # 删除临时文件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return jsonify({'result': result['text']})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except Exception as e: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if os.path.exists(temp_path):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os.remove(temp_path)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return jsonify({'error': str(e)}), 500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if __name__ == '__main__':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app.run(host='0.0.0.0', port=5001)       # 在 5001 端口运行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362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安装依赖：pip install flask openai-whisper torch（有NVIDIA GPU可装CUDA版torch）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Node.js 后端改造（本地转录）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7.5 · AI能力自主化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4151376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26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D9B33"/>
                </a:solidFill>
                <a:latin typeface="微软雅黑"/>
                <a:ea typeface="微软雅黑"/>
              </a:rPr>
              <a:t>backend/controllers/whisperController.js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12680" cy="3648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axios = require('axios');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FormData = require('form-data');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exports.transcribeAudioLocal = async (req, res) =&gt;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if (!req.file)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return res.status(400).json({ msg: 'No audio file uploaded.'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try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const form = new FormData();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// multer 处理后的 buffer，需带文件名（Flask 保存需要）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form.append('audio', req.file.buffer, { filename: 'audio.wav'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// 调用本地 Python Whisper API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const response = await axios.post('http://localhost:5001/transcribe',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    form, { headers: { ...form.getHeaders() }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res.json({ result: response.data.result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} catch (error)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console.error('Error calling local Whisper API:', error.message);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res.status(500).send('Error during local transcription.');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};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// routes/audio.js：将处理器指向 transcribeAudioLocal 即可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3270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三个进程联调：前端 + Node.js后端 + Python Whisper服务（5001端口）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7.5 课程结论与教学建议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7.5 · AI能力自主化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结论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第7次课保持百度API方案：最快打通流程，保证课程进度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第7.5次课作为可选的实验指导/挑战项目发给学生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教学价值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让学有余力的同学探索自部署方案，增加课程深度和广度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在CPU上运行AI模型，切身体会性能表现，理解GPU加速的重要性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进阶目标回顾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配置Python环境（venv 虚拟环境避免冲突）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用 Flask/FastAPI 将 Whisper 封装成本地API服务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修改Node.js后端，从百度SDK切换为本地Whisper API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4572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第七次课程 · 结束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8FAADC"/>
                </a:solidFill>
                <a:latin typeface="微软雅黑"/>
                <a:ea typeface="微软雅黑"/>
              </a:rPr>
              <a:t>接下来：第八次课程——AI文本润色与智能评价（多LLM架构）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本次课程概览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第一部分：大模型与Prompt工程入门（约30分钟）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第二部分：免费LLM服务介绍（约30分钟）——硅基流动 / OpenRouter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第三部分：后端集成多LLM服务（约75分钟）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第四部分：前端展示AI反馈（约45分钟）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第五部分：联调与扩展（15分钟）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▪ 课程定位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– 承接第7次课：把转录文字交给大模型，完成费曼学习法“讲解→评价→反馈”闭环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本次课程目标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理解大语言模型（LLM）的基本原理和应用场景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掌握Prompt工程的核心技巧，设计有效的提示词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集成多个LLM服务（DeepSeek为主用，硅基流动、OpenRouter、百度千帆为备用）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了解不同LLM服务的特点和免费模型使用方法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实现前后端完整的AI反馈闭环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掌握多LLM架构设计和智能回退机制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核心关键词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LLM（大语言模型）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DeepSeek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百度千帆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5176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803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硅基流动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65176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8803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OpenRouter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5176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8803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API 调用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8620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Prompt 工程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88620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114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多LLM架构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88620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114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容错机制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5120640"/>
            <a:ext cx="3108960" cy="10058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53492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免费模型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大模型与Prompt工程入门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8FAADC"/>
                </a:solidFill>
                <a:latin typeface="微软雅黑"/>
                <a:ea typeface="微软雅黑"/>
              </a:rPr>
              <a:t>LLM · 多LLM架构 · Prompt技巧 · 约30分钟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大语言模型与多LLM架构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今天的目标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为费曼学习平台添加最智能的功能——AI文本润色与智能评价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使用多个大语言模型服务：DeepSeek、百度千帆、硅基流动、OpenRouter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为什么需要多LLM架构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生产环境中依赖单一LLM服务存在风险（宕机、限流、费用）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– 设计：DeepSeek优先，不可用时自动回退到其他服务，确保稳定性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重点内容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重点介绍硅基流动、OpenRouter 两个提供免费模型的平台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Prompt 工程核心技巧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角色扮演：让LLM扮演特定角色（如“严格而友善的计算机科学学习教练”）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明确指令：清晰告诉LLM需要做什么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上下文示例：提供输入输出示例（Few-shot）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• 输出格式约束：指定返回格式（如要求返回JSON）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▪ 要点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– Prompt 是与LLM沟通的关键；好的Prompt决定输出质量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– 本项目要求LLM返回结构化JSON，便于前端解析展示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免费LLM服务介绍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8FAADC"/>
                </a:solidFill>
                <a:latin typeface="微软雅黑"/>
                <a:ea typeface="微软雅黑"/>
              </a:rPr>
              <a:t>硅基流动 · OpenRouter · 免费模型 · 约30分钟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硅基流动 SiliconFlow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平台定位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专注于Gen AI计算基础设施的MaaS企业，适合个人开发者和小型项目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特点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提供多种免费大模型：DeepSeek、Qwen、Llama 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注册后赠送免费额度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兼容 OpenAI API 格式，易于集成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支持流式和非流式响应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免费模型推荐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– deepseek-ai/deepseek-chat —— DeepSeek 免费聊天模型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– Qwen/Qwen2.5-7B-Instruct —— 阿里Qwen2.5 7B指令微调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– meta-llama/Meta-Llama-3.1-8B-Instruct —— Meta Llama 3.1 8B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OpenRouter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平台定位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提供500+大模型的聚合平台，其中50+个免费，无需绑卡即可使用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特点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50多个免费模型，无需绑卡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支持多种第一梯队模型：DeepSeek V3、Gemini 2.5 Pro 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统一的API接口，兼容OpenAI格式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提供模型性能和成本对比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免费模型推荐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– deepseek/deepseek-chat · meta-llama/llama-3-8b-instruct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– microsoft/wizardlm-2-8x22b · google/gemma-7b-it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– qwen/qwen-2-7b-instruct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后端集成多LLM服务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8FAADC"/>
                </a:solidFill>
                <a:latin typeface="微软雅黑"/>
                <a:ea typeface="微软雅黑"/>
              </a:rPr>
              <a:t>DeepSeek · 智能回退 · 控制器与路由 · 约75分钟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DeepSeek API 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4489704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26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D9B33"/>
                </a:solidFill>
                <a:latin typeface="微软雅黑"/>
                <a:ea typeface="微软雅黑"/>
              </a:rPr>
              <a:t>backend/utils/deepseek-api.js（主用服务）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12680" cy="39867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const axios = require('axios');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const DEEPSEEK_API_BASE_URL = 'https://api.deepseek.com/v1';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const DEEPSEEK_API_KEY = process.env.DEEPSEEK_API_KEY;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async function evaluateWithDeepSeek(originalContent, transcribedText)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try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const url = `${DEEPSEEK_API_BASE_URL}/chat/completions`;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const prompt = `...精心设计的Prompt...`;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const response = await axios.post(url,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    model: 'deepseek-chat',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    messages: [{ role: 'user', content: prompt }],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    temperature: 0.3,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    max_tokens: 1000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},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    headers: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        'Authorization': `Bearer ${DEEPSEEK_API_KEY}`,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        'Content-Type': 'application/json'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return JSON.parse(response.data.choices[0].message.content);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} catch (error)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console.error('DeepSeek API调用失败:', error.message);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    throw error;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710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获取Key：platform.deepseek.com → 注册登录 → API Keys → Create new key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多LLM服务管理器（智能回退）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475488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26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D9B33"/>
                </a:solidFill>
                <a:latin typeface="微软雅黑"/>
                <a:ea typeface="微软雅黑"/>
              </a:rPr>
              <a:t>backend/utils/multi-llm-manager.js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12680" cy="4251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async function evaluateWithMultipleLLMs(originalContent, transcribedText,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knowledgePoint = '', preferredProviders = ['deepseek','siliconflow','openrouter','qianfan'])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const errors = [];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for (const provider of preferredProviders)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try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console.log(`尝试使用${provider} API进行评估...`);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let result;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switch (provider)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case 'deepseek':   result = await evaluateWithDeepSeek(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    originalContent, transcribedText);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    result.provider = 'DeepSeek'; break;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case 'siliconflow': result = await evaluateWithSiliconFlow(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    transcribedText, knowledgePoint || originalContent); break;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case 'openrouter':  result = await evaluateWithOpenRouter(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    transcribedText, knowledgePoint || originalContent); break;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case 'qianfan':    result = await evaluateWithQianfan(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    originalContent, transcribedText);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    result.provider = 'Qianfan'; break;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console.log(`${provider} API评估成功`);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return result;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} catch (error)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errors.push(`${provider} API评估失败: ${error.message}`);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// 所有LLM服务都失败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throw new Error(`所有LLM服务评估失败: ${errors.join('; ')}`);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362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容错核心：for循环按优先级尝试 → 成功即返回；全部失败则抛出聚合错误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更新后端控制器与路由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449884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26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D9B33"/>
                </a:solidFill>
                <a:latin typeface="微软雅黑"/>
                <a:ea typeface="微软雅黑"/>
              </a:rPr>
              <a:t>backend/controllers/multiLlmController.js + routes/ai.js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12680" cy="3995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// controllers/multiLlmController.js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{ evaluateWithMultipleLLMs } = require('../utils/multi-llm-manager');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exports.evaluateFeynmanAttempt = async (req, res) =&gt;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const { originalContent, transcribedText, knowledgePoint } = req.body;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if (!originalContent || !transcribedText)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return res.status(400).json({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    msg: 'Original content and transcribed text are required.'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try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// 使用多LLM服务管理器进行评估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const llmResult = await evaluateWithMultipleLLMs(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    originalContent, transcribedText, knowledgePoint);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console.log(`评估完成，使用服务: ${llmResult.provider}`);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res.json(llmResult);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} catch (error)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console.error('评估过程中出错:', error.message);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res.status(500).send('评估过程中发生错误');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};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// routes/ai.js —— 添加新的评估端点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router.post('/evaluate', auth, evaluateFeynmanAttempt);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017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响应中携带 provider 字段，前端可展示本次评估使用了哪个LLM服务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前端展示AI反馈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8FAADC"/>
                </a:solidFill>
                <a:latin typeface="微软雅黑"/>
                <a:ea typeface="微软雅黑"/>
              </a:rPr>
              <a:t>改造 FeynmanRecordPage · 润色/评价/得分展示 · 约45分钟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改造 FeynmanRecordPage.jsx（请求评价）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4672584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26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D9B33"/>
                </a:solidFill>
                <a:latin typeface="微软雅黑"/>
                <a:ea typeface="微软雅黑"/>
              </a:rPr>
              <a:t>src/pages/FeynmanRecordPage.jsx（新增部分）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12680" cy="41696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// 添加新的状态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[aiFeedback, setAiFeedback] = useState(null);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[isEvaluating, setIsEvaluating] = useState(false);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[llmProvider, setLlmProvider] = useState('');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// 获取AI评价的函数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const getAiEvaluation = async (transcribed) =&gt;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setIsEvaluating(true);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setAiFeedback(null);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try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const kpResponse = await apiClient.get(`/knowledge-points/${id}`);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const originalContent = kpResponse.data.content;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const feedbackResponse = await apiClient.post('/ai/evaluate',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    originalContent: originalContent,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    transcribedText: transcribed,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    knowledgePoint: kpResponse.data.title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});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setAiFeedback(feedbackResponse.data);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setLlmProvider(feedbackResponse.data.provider || '未知');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} catch (error)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console.error('获取AI评价失败', error);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} finally {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    setIsEvaluating(false);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    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Consolas"/>
                <a:ea typeface="Consolas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5391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流程：转录完成 → 拉取知识点原文 → POST /ai/evaluate → 展示AI教练反馈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渲染 AI 反馈结果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475488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26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D9B33"/>
                </a:solidFill>
                <a:latin typeface="微软雅黑"/>
                <a:ea typeface="微软雅黑"/>
              </a:rPr>
              <a:t>src/pages/FeynmanRecordPage.jsx（JSX 渲染）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12680" cy="4251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&lt;hr /&gt;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&lt;h2&gt;AI 教练反馈:&lt;/h2&gt;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{isEvaluating &amp;&amp; &lt;p&gt;AI教练正在批阅您的答卷...&lt;/p&gt;}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{aiFeedback &amp;&amp; (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&lt;div className='ai-feedback' style={{ display: 'flex', gap: '2rem' }}&gt;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&lt;div style={{ flex: 1 }}&gt;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&lt;h3&gt;AI 润色后的文本&lt;/h3&gt;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&lt;span style={{ fontSize: '0.8rem', color: '#666' }}&gt;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服务提供方: {llmProvider}&lt;/span&gt;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&lt;p style={{ background: '#eef', padding: '1rem' }}&gt;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{aiFeedback.polishedText}&lt;/p&gt;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&lt;h3&gt;综合评价&lt;/h3&gt;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&lt;p&gt;{aiFeedback.evaluation}&lt;/p&gt;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&lt;h3&gt;优点&lt;/h3&gt;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&lt;ul&gt;{aiFeedback.strengths.map((item, i) =&gt; &lt;li key={i}&gt;{item}&lt;/li&gt;)}&lt;/ul&gt;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&lt;h3&gt;待改进&lt;/h3&gt;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&lt;ul&gt;{aiFeedback.weaknesses.map((item, i) =&gt; &lt;li key={i}&gt;{item}&lt;/li&gt;)}&lt;/ul&gt;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&lt;/div&gt;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&lt;div style={{ flex: '0 0 150px', textAlign: 'center' }}&gt;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&lt;h3&gt;综合得分&lt;/h3&gt;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&lt;div style={{ fontSize: '3rem', fontWeight: 'bold',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color: aiFeedback.score &gt; 80 ? 'green' : 'orange' }}&gt;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    {aiFeedback.score}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    &lt;/div&gt;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    &lt;/div&gt;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    &lt;/div&gt;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nsolas"/>
                <a:ea typeface="Consolas"/>
              </a:rPr>
              <a:t>)}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362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展示四要素：润色文本 / 综合评价 / 优点与待改进 / 综合得分（含服务提供方标签）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联调与扩展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8FAADC"/>
                </a:solidFill>
                <a:latin typeface="微软雅黑"/>
                <a:ea typeface="微软雅黑"/>
              </a:rPr>
              <a:t>全流程验证 · 功能扩展方向 · 15分钟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全流程联调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确保后端服务、前端服务都已重启并加载最新代码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• 走一遍完整流程：登录 → 选择知识点 → 复述 → 停止录音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• 观察流程：先显示转录文本 → “AI教练正在批阅...” → 润色、评价和分数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• 注意观察使用了哪个LLM服务（服务提供方标签）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课堂总结与作业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▪ 总结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– 实现了强大的多LLM服务架构：DeepSeek主用，硅基流动/OpenRouter/百度千帆备用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– 智能回退机制确保AI评估功能在各种情况下稳定可靠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– 免费模型平台为个人开发者和小型项目提供经济实惠的选择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▪ 必须完成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– 获取DeepSeek、硅基流动、OpenRouter的API Key并配置到项目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– 实现多LLM服务架构（DeepSeek主用），前端显示当前使用的LLM服务提供方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▪ 核心功能闭环（挑战）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– LLM服务性能监控：记录每个服务的响应时间和成功率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– AI评分低于60分时自动将知识点 reviewList 置为true，Dashboard特殊标记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▪ 扩展功能（选做）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– LLM服务选择功能 / 负载均衡 / 集成OpenAI作为第五个选项 / 评分权重综合计算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</a:rPr>
              <a:t>▪ 预告下次课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– RAG（检索增强生成）：基于私有知识库的智能问答Agent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附录：LLM 服务获取指南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DeepSeek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platform.deepseek.com → 注册登录 → API Keys → Create new key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硅基流动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siliconflow.cn → 注册登录 → API Keys → Create new key（注册送免费额度）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OpenRouter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openrouter.ai → 注册登录 → API Keys → Create new key（无需绑卡，50+免费模型）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百度千帆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cloud.baidu.com/product/wenxinworkshop → 创建应用 → 获取API Key和Secret Key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环境变量配置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384048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26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D9B33"/>
                </a:solidFill>
                <a:latin typeface="微软雅黑"/>
                <a:ea typeface="微软雅黑"/>
              </a:rPr>
              <a:t>backend/.env（新增配置）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12680" cy="3337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# DeepSeek API配置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DEEPSEEK_API_KEY=your_deepseek_api_key_here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# 硅基流动API配置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SILICONFLOW_API_KEY=your_siliconflow_api_key_here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# OpenRouter API配置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OPENROUTER_API_KEY=your_openrouter_api_key_here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# 百度千帆API配置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QIANFAN_API_KEY=your_qianfan_api_key_here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QIANFAN_SECRET_KEY=your_qianfan_secret_key_here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# OpenAI API配置（可选）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2B2B2B"/>
                </a:solidFill>
                <a:latin typeface="Consolas"/>
                <a:ea typeface="Consolas"/>
              </a:rPr>
              <a:t>OPENAI_API_KEY=your_openai_api_key_here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218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所有密钥一律走环境变量，.env 绝不能提交到 Git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多LLM服务对比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08 · AI文本润色与智能评价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17320"/>
          <a:ext cx="107899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28600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特性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DeepSeek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硅基流动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OpenRouter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百度千帆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接口兼容性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OpenAI兼容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OpenAI兼容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OpenAI兼容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自定义接口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认证方式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Bearer Token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Bearer Token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Bearer Token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OAuth2.0 + Token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免费模型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有限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多种免费模型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50+免费模型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有限免费额度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模型选择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deepseek-chat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多种开源模型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500+模型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ERNIE-Bot系列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成本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较低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免费+付费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中等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中文支持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优秀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优秀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良好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优秀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响应速度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快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快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快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中等</a:t>
                      </a:r>
                    </a:p>
                  </a:txBody>
                  <a:tcPr anchor="ctr">
                    <a:solidFill>
                      <a:srgbClr val="E8EE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稳定性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4572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谢谢 · 下次课见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8FAADC"/>
                </a:solidFill>
                <a:latin typeface="微软雅黑"/>
                <a:ea typeface="微软雅黑"/>
              </a:rPr>
              <a:t>第七、八次课程结束 · 作业提交与答疑请随时联系 · 下次课：RAG与私有知识库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